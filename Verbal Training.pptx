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2" r:id="rId3"/>
    <p:sldId id="307" r:id="rId4"/>
    <p:sldId id="308" r:id="rId5"/>
    <p:sldId id="311" r:id="rId6"/>
    <p:sldId id="309" r:id="rId7"/>
    <p:sldId id="257" r:id="rId8"/>
    <p:sldId id="259" r:id="rId9"/>
    <p:sldId id="261" r:id="rId10"/>
    <p:sldId id="263" r:id="rId11"/>
    <p:sldId id="265" r:id="rId12"/>
    <p:sldId id="267" r:id="rId13"/>
    <p:sldId id="269" r:id="rId14"/>
    <p:sldId id="271" r:id="rId15"/>
    <p:sldId id="273" r:id="rId16"/>
    <p:sldId id="275" r:id="rId17"/>
    <p:sldId id="277" r:id="rId18"/>
    <p:sldId id="279" r:id="rId19"/>
    <p:sldId id="281" r:id="rId20"/>
    <p:sldId id="283" r:id="rId21"/>
    <p:sldId id="285" r:id="rId22"/>
    <p:sldId id="287" r:id="rId23"/>
    <p:sldId id="289" r:id="rId24"/>
    <p:sldId id="291" r:id="rId25"/>
    <p:sldId id="293" r:id="rId26"/>
    <p:sldId id="295" r:id="rId27"/>
    <p:sldId id="297" r:id="rId28"/>
    <p:sldId id="299" r:id="rId29"/>
    <p:sldId id="301" r:id="rId30"/>
    <p:sldId id="303" r:id="rId31"/>
    <p:sldId id="305" r:id="rId32"/>
    <p:sldId id="31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lina I 102318" userId="6de08b32-10fd-46d7-81ad-a5402f8b34e7" providerId="ADAL" clId="{92BAEC8F-C05F-4A6C-9C77-C8870E3AF1A1}"/>
    <pc:docChg chg="undo custSel addSld delSld modSld sldOrd">
      <pc:chgData name="Jerlina I 102318" userId="6de08b32-10fd-46d7-81ad-a5402f8b34e7" providerId="ADAL" clId="{92BAEC8F-C05F-4A6C-9C77-C8870E3AF1A1}" dt="2026-07-03T07:57:46.634" v="858" actId="20577"/>
      <pc:docMkLst>
        <pc:docMk/>
      </pc:docMkLst>
      <pc:sldChg chg="modSp new mod">
        <pc:chgData name="Jerlina I 102318" userId="6de08b32-10fd-46d7-81ad-a5402f8b34e7" providerId="ADAL" clId="{92BAEC8F-C05F-4A6C-9C77-C8870E3AF1A1}" dt="2026-07-03T07:57:46.634" v="858" actId="20577"/>
        <pc:sldMkLst>
          <pc:docMk/>
          <pc:sldMk cId="1728790042" sldId="256"/>
        </pc:sldMkLst>
        <pc:spChg chg="mod">
          <ac:chgData name="Jerlina I 102318" userId="6de08b32-10fd-46d7-81ad-a5402f8b34e7" providerId="ADAL" clId="{92BAEC8F-C05F-4A6C-9C77-C8870E3AF1A1}" dt="2026-07-03T04:30:25.401" v="14" actId="20577"/>
          <ac:spMkLst>
            <pc:docMk/>
            <pc:sldMk cId="1728790042" sldId="256"/>
            <ac:spMk id="2" creationId="{C383BD61-0F07-FAD3-E50C-CA722F836DF8}"/>
          </ac:spMkLst>
        </pc:spChg>
        <pc:spChg chg="mod">
          <ac:chgData name="Jerlina I 102318" userId="6de08b32-10fd-46d7-81ad-a5402f8b34e7" providerId="ADAL" clId="{92BAEC8F-C05F-4A6C-9C77-C8870E3AF1A1}" dt="2026-07-03T07:57:46.634" v="858" actId="20577"/>
          <ac:spMkLst>
            <pc:docMk/>
            <pc:sldMk cId="1728790042" sldId="256"/>
            <ac:spMk id="3" creationId="{FA3C1E10-4F98-F350-135A-A931EBB47592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2:39.248" v="756"/>
        <pc:sldMkLst>
          <pc:docMk/>
          <pc:sldMk cId="4201787033" sldId="257"/>
        </pc:sldMkLst>
        <pc:spChg chg="mod">
          <ac:chgData name="Jerlina I 102318" userId="6de08b32-10fd-46d7-81ad-a5402f8b34e7" providerId="ADAL" clId="{92BAEC8F-C05F-4A6C-9C77-C8870E3AF1A1}" dt="2026-07-03T05:34:15.665" v="531" actId="20577"/>
          <ac:spMkLst>
            <pc:docMk/>
            <pc:sldMk cId="4201787033" sldId="257"/>
            <ac:spMk id="3" creationId="{521443E1-6C3D-53BD-4EAF-201935309436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34:28.729" v="532" actId="2696"/>
        <pc:sldMkLst>
          <pc:docMk/>
          <pc:sldMk cId="1971263714" sldId="258"/>
        </pc:sldMkLst>
        <pc:spChg chg="mod">
          <ac:chgData name="Jerlina I 102318" userId="6de08b32-10fd-46d7-81ad-a5402f8b34e7" providerId="ADAL" clId="{92BAEC8F-C05F-4A6C-9C77-C8870E3AF1A1}" dt="2026-07-03T05:33:58.963" v="524" actId="21"/>
          <ac:spMkLst>
            <pc:docMk/>
            <pc:sldMk cId="1971263714" sldId="258"/>
            <ac:spMk id="3" creationId="{52930A48-C305-2F39-5BFD-8928F13CFCE8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2:54.289" v="758"/>
        <pc:sldMkLst>
          <pc:docMk/>
          <pc:sldMk cId="3917730023" sldId="259"/>
        </pc:sldMkLst>
        <pc:spChg chg="mod">
          <ac:chgData name="Jerlina I 102318" userId="6de08b32-10fd-46d7-81ad-a5402f8b34e7" providerId="ADAL" clId="{92BAEC8F-C05F-4A6C-9C77-C8870E3AF1A1}" dt="2026-07-03T05:34:55.526" v="541" actId="20577"/>
          <ac:spMkLst>
            <pc:docMk/>
            <pc:sldMk cId="3917730023" sldId="259"/>
            <ac:spMk id="3" creationId="{2B8C353C-509E-F8C6-F8D6-771919B10C22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35:01.493" v="542" actId="2696"/>
        <pc:sldMkLst>
          <pc:docMk/>
          <pc:sldMk cId="288849509" sldId="260"/>
        </pc:sldMkLst>
        <pc:spChg chg="mod">
          <ac:chgData name="Jerlina I 102318" userId="6de08b32-10fd-46d7-81ad-a5402f8b34e7" providerId="ADAL" clId="{92BAEC8F-C05F-4A6C-9C77-C8870E3AF1A1}" dt="2026-07-03T05:34:43.673" v="535" actId="21"/>
          <ac:spMkLst>
            <pc:docMk/>
            <pc:sldMk cId="288849509" sldId="260"/>
            <ac:spMk id="3" creationId="{D10019D6-B83D-7D7C-4F94-87091E697ED5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3:21.357" v="760"/>
        <pc:sldMkLst>
          <pc:docMk/>
          <pc:sldMk cId="3482381758" sldId="261"/>
        </pc:sldMkLst>
        <pc:spChg chg="mod">
          <ac:chgData name="Jerlina I 102318" userId="6de08b32-10fd-46d7-81ad-a5402f8b34e7" providerId="ADAL" clId="{92BAEC8F-C05F-4A6C-9C77-C8870E3AF1A1}" dt="2026-07-03T05:35:22.181" v="548" actId="20577"/>
          <ac:spMkLst>
            <pc:docMk/>
            <pc:sldMk cId="3482381758" sldId="261"/>
            <ac:spMk id="3" creationId="{485511FF-9F6A-FA92-7F72-A6B0D673FC39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35:57.822" v="549" actId="2696"/>
        <pc:sldMkLst>
          <pc:docMk/>
          <pc:sldMk cId="3763018021" sldId="262"/>
        </pc:sldMkLst>
        <pc:spChg chg="mod">
          <ac:chgData name="Jerlina I 102318" userId="6de08b32-10fd-46d7-81ad-a5402f8b34e7" providerId="ADAL" clId="{92BAEC8F-C05F-4A6C-9C77-C8870E3AF1A1}" dt="2026-07-03T05:35:13.902" v="545" actId="21"/>
          <ac:spMkLst>
            <pc:docMk/>
            <pc:sldMk cId="3763018021" sldId="262"/>
            <ac:spMk id="3" creationId="{FA73DFFD-E641-B215-CC25-1970266D271C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3:37.252" v="762"/>
        <pc:sldMkLst>
          <pc:docMk/>
          <pc:sldMk cId="3541721990" sldId="263"/>
        </pc:sldMkLst>
        <pc:spChg chg="mod">
          <ac:chgData name="Jerlina I 102318" userId="6de08b32-10fd-46d7-81ad-a5402f8b34e7" providerId="ADAL" clId="{92BAEC8F-C05F-4A6C-9C77-C8870E3AF1A1}" dt="2026-07-03T05:36:50.626" v="555" actId="20577"/>
          <ac:spMkLst>
            <pc:docMk/>
            <pc:sldMk cId="3541721990" sldId="263"/>
            <ac:spMk id="3" creationId="{4C5B76C0-4B14-E05D-FE08-6851D7D105F2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36:54.212" v="556" actId="2696"/>
        <pc:sldMkLst>
          <pc:docMk/>
          <pc:sldMk cId="3319077976" sldId="264"/>
        </pc:sldMkLst>
        <pc:spChg chg="mod">
          <ac:chgData name="Jerlina I 102318" userId="6de08b32-10fd-46d7-81ad-a5402f8b34e7" providerId="ADAL" clId="{92BAEC8F-C05F-4A6C-9C77-C8870E3AF1A1}" dt="2026-07-03T05:36:41.779" v="552" actId="21"/>
          <ac:spMkLst>
            <pc:docMk/>
            <pc:sldMk cId="3319077976" sldId="264"/>
            <ac:spMk id="3" creationId="{7D4FC50C-7C61-50D0-7684-02B304735E01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3:57.890" v="764"/>
        <pc:sldMkLst>
          <pc:docMk/>
          <pc:sldMk cId="2064419976" sldId="265"/>
        </pc:sldMkLst>
        <pc:spChg chg="mod">
          <ac:chgData name="Jerlina I 102318" userId="6de08b32-10fd-46d7-81ad-a5402f8b34e7" providerId="ADAL" clId="{92BAEC8F-C05F-4A6C-9C77-C8870E3AF1A1}" dt="2026-07-03T05:37:18.510" v="562" actId="20577"/>
          <ac:spMkLst>
            <pc:docMk/>
            <pc:sldMk cId="2064419976" sldId="265"/>
            <ac:spMk id="3" creationId="{90EB9E99-4025-DE55-747A-A1A49083400F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37:25.865" v="563" actId="2696"/>
        <pc:sldMkLst>
          <pc:docMk/>
          <pc:sldMk cId="3444354319" sldId="266"/>
        </pc:sldMkLst>
        <pc:spChg chg="mod">
          <ac:chgData name="Jerlina I 102318" userId="6de08b32-10fd-46d7-81ad-a5402f8b34e7" providerId="ADAL" clId="{92BAEC8F-C05F-4A6C-9C77-C8870E3AF1A1}" dt="2026-07-03T05:37:11.815" v="559" actId="21"/>
          <ac:spMkLst>
            <pc:docMk/>
            <pc:sldMk cId="3444354319" sldId="266"/>
            <ac:spMk id="3" creationId="{9A916526-6C25-88C0-9BD2-741290447555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4:18.222" v="768"/>
        <pc:sldMkLst>
          <pc:docMk/>
          <pc:sldMk cId="2241848524" sldId="267"/>
        </pc:sldMkLst>
        <pc:spChg chg="mod">
          <ac:chgData name="Jerlina I 102318" userId="6de08b32-10fd-46d7-81ad-a5402f8b34e7" providerId="ADAL" clId="{92BAEC8F-C05F-4A6C-9C77-C8870E3AF1A1}" dt="2026-07-03T05:54:14.391" v="767" actId="20577"/>
          <ac:spMkLst>
            <pc:docMk/>
            <pc:sldMk cId="2241848524" sldId="267"/>
            <ac:spMk id="3" creationId="{FE5E23DC-3343-3217-6CE5-EE17EA70BA50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37:34.313" v="564" actId="2696"/>
        <pc:sldMkLst>
          <pc:docMk/>
          <pc:sldMk cId="1634247807" sldId="268"/>
        </pc:sldMkLst>
        <pc:spChg chg="mod">
          <ac:chgData name="Jerlina I 102318" userId="6de08b32-10fd-46d7-81ad-a5402f8b34e7" providerId="ADAL" clId="{92BAEC8F-C05F-4A6C-9C77-C8870E3AF1A1}" dt="2026-07-03T05:33:21.584" v="518" actId="21"/>
          <ac:spMkLst>
            <pc:docMk/>
            <pc:sldMk cId="1634247807" sldId="268"/>
            <ac:spMk id="3" creationId="{4393BFC3-2453-E7D5-44BD-900E0EAFE833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5:19.488" v="770"/>
        <pc:sldMkLst>
          <pc:docMk/>
          <pc:sldMk cId="3707563673" sldId="269"/>
        </pc:sldMkLst>
        <pc:spChg chg="mod">
          <ac:chgData name="Jerlina I 102318" userId="6de08b32-10fd-46d7-81ad-a5402f8b34e7" providerId="ADAL" clId="{92BAEC8F-C05F-4A6C-9C77-C8870E3AF1A1}" dt="2026-07-03T05:37:50.738" v="568" actId="20577"/>
          <ac:spMkLst>
            <pc:docMk/>
            <pc:sldMk cId="3707563673" sldId="269"/>
            <ac:spMk id="3" creationId="{4E678CD1-4791-4EDA-BE37-F88B841D6677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37:57.214" v="569" actId="2696"/>
        <pc:sldMkLst>
          <pc:docMk/>
          <pc:sldMk cId="1037321401" sldId="270"/>
        </pc:sldMkLst>
        <pc:spChg chg="mod">
          <ac:chgData name="Jerlina I 102318" userId="6de08b32-10fd-46d7-81ad-a5402f8b34e7" providerId="ADAL" clId="{92BAEC8F-C05F-4A6C-9C77-C8870E3AF1A1}" dt="2026-07-03T05:37:43.299" v="565" actId="21"/>
          <ac:spMkLst>
            <pc:docMk/>
            <pc:sldMk cId="1037321401" sldId="270"/>
            <ac:spMk id="3" creationId="{6D4CEABA-4055-AE3F-E511-AB02D41C9CA5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5:33.118" v="772"/>
        <pc:sldMkLst>
          <pc:docMk/>
          <pc:sldMk cId="2735311044" sldId="271"/>
        </pc:sldMkLst>
        <pc:spChg chg="mod">
          <ac:chgData name="Jerlina I 102318" userId="6de08b32-10fd-46d7-81ad-a5402f8b34e7" providerId="ADAL" clId="{92BAEC8F-C05F-4A6C-9C77-C8870E3AF1A1}" dt="2026-07-03T05:38:14.495" v="573" actId="20577"/>
          <ac:spMkLst>
            <pc:docMk/>
            <pc:sldMk cId="2735311044" sldId="271"/>
            <ac:spMk id="3" creationId="{95230AC5-4E1F-8403-253D-E22F60013B6D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38:24.809" v="574" actId="2696"/>
        <pc:sldMkLst>
          <pc:docMk/>
          <pc:sldMk cId="2582224582" sldId="272"/>
        </pc:sldMkLst>
        <pc:spChg chg="mod">
          <ac:chgData name="Jerlina I 102318" userId="6de08b32-10fd-46d7-81ad-a5402f8b34e7" providerId="ADAL" clId="{92BAEC8F-C05F-4A6C-9C77-C8870E3AF1A1}" dt="2026-07-03T05:38:06.213" v="570" actId="21"/>
          <ac:spMkLst>
            <pc:docMk/>
            <pc:sldMk cId="2582224582" sldId="272"/>
            <ac:spMk id="3" creationId="{EBF0D596-4406-0149-85A2-FE109E14268E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5:50.292" v="774"/>
        <pc:sldMkLst>
          <pc:docMk/>
          <pc:sldMk cId="1894757593" sldId="273"/>
        </pc:sldMkLst>
        <pc:spChg chg="mod">
          <ac:chgData name="Jerlina I 102318" userId="6de08b32-10fd-46d7-81ad-a5402f8b34e7" providerId="ADAL" clId="{92BAEC8F-C05F-4A6C-9C77-C8870E3AF1A1}" dt="2026-07-03T05:38:57.296" v="581" actId="27636"/>
          <ac:spMkLst>
            <pc:docMk/>
            <pc:sldMk cId="1894757593" sldId="273"/>
            <ac:spMk id="3" creationId="{C566D607-13AC-88CF-4A40-1E263C11928C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39:04.436" v="582" actId="2696"/>
        <pc:sldMkLst>
          <pc:docMk/>
          <pc:sldMk cId="4054946160" sldId="274"/>
        </pc:sldMkLst>
        <pc:spChg chg="mod">
          <ac:chgData name="Jerlina I 102318" userId="6de08b32-10fd-46d7-81ad-a5402f8b34e7" providerId="ADAL" clId="{92BAEC8F-C05F-4A6C-9C77-C8870E3AF1A1}" dt="2026-07-03T05:38:34.432" v="575" actId="21"/>
          <ac:spMkLst>
            <pc:docMk/>
            <pc:sldMk cId="4054946160" sldId="274"/>
            <ac:spMk id="3" creationId="{A92283E4-F0F8-44CE-5126-12C24D8A3486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6:05.108" v="776"/>
        <pc:sldMkLst>
          <pc:docMk/>
          <pc:sldMk cId="834822236" sldId="275"/>
        </pc:sldMkLst>
        <pc:spChg chg="mod">
          <ac:chgData name="Jerlina I 102318" userId="6de08b32-10fd-46d7-81ad-a5402f8b34e7" providerId="ADAL" clId="{92BAEC8F-C05F-4A6C-9C77-C8870E3AF1A1}" dt="2026-07-03T05:39:20.148" v="586" actId="20577"/>
          <ac:spMkLst>
            <pc:docMk/>
            <pc:sldMk cId="834822236" sldId="275"/>
            <ac:spMk id="3" creationId="{9E790654-F353-4A5F-B317-98F4758AEB1B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39:24.639" v="587" actId="2696"/>
        <pc:sldMkLst>
          <pc:docMk/>
          <pc:sldMk cId="550830941" sldId="276"/>
        </pc:sldMkLst>
        <pc:spChg chg="mod">
          <ac:chgData name="Jerlina I 102318" userId="6de08b32-10fd-46d7-81ad-a5402f8b34e7" providerId="ADAL" clId="{92BAEC8F-C05F-4A6C-9C77-C8870E3AF1A1}" dt="2026-07-03T05:39:11.495" v="583" actId="21"/>
          <ac:spMkLst>
            <pc:docMk/>
            <pc:sldMk cId="550830941" sldId="276"/>
            <ac:spMk id="3" creationId="{EEFE08AA-FC8A-0726-FFF2-F958E294D6BE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6:23.700" v="778"/>
        <pc:sldMkLst>
          <pc:docMk/>
          <pc:sldMk cId="1806810463" sldId="277"/>
        </pc:sldMkLst>
        <pc:spChg chg="mod">
          <ac:chgData name="Jerlina I 102318" userId="6de08b32-10fd-46d7-81ad-a5402f8b34e7" providerId="ADAL" clId="{92BAEC8F-C05F-4A6C-9C77-C8870E3AF1A1}" dt="2026-07-03T05:39:37.720" v="591"/>
          <ac:spMkLst>
            <pc:docMk/>
            <pc:sldMk cId="1806810463" sldId="277"/>
            <ac:spMk id="3" creationId="{149FB3B5-543D-D4AC-A47A-4DB08E4CDD6E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39:41.357" v="592" actId="2696"/>
        <pc:sldMkLst>
          <pc:docMk/>
          <pc:sldMk cId="3077313081" sldId="278"/>
        </pc:sldMkLst>
        <pc:spChg chg="mod">
          <ac:chgData name="Jerlina I 102318" userId="6de08b32-10fd-46d7-81ad-a5402f8b34e7" providerId="ADAL" clId="{92BAEC8F-C05F-4A6C-9C77-C8870E3AF1A1}" dt="2026-07-03T05:39:32.649" v="588" actId="21"/>
          <ac:spMkLst>
            <pc:docMk/>
            <pc:sldMk cId="3077313081" sldId="278"/>
            <ac:spMk id="3" creationId="{1F1E4C10-9D53-F554-FE6E-2B318C398EC2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6:56.153" v="782"/>
        <pc:sldMkLst>
          <pc:docMk/>
          <pc:sldMk cId="3560193181" sldId="279"/>
        </pc:sldMkLst>
        <pc:spChg chg="mod">
          <ac:chgData name="Jerlina I 102318" userId="6de08b32-10fd-46d7-81ad-a5402f8b34e7" providerId="ADAL" clId="{92BAEC8F-C05F-4A6C-9C77-C8870E3AF1A1}" dt="2026-07-03T05:56:51.759" v="781" actId="27636"/>
          <ac:spMkLst>
            <pc:docMk/>
            <pc:sldMk cId="3560193181" sldId="279"/>
            <ac:spMk id="3" creationId="{155E700E-F1D1-A9CA-B895-1D08601EA4F0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40:51.596" v="601" actId="2696"/>
        <pc:sldMkLst>
          <pc:docMk/>
          <pc:sldMk cId="2130617393" sldId="280"/>
        </pc:sldMkLst>
        <pc:spChg chg="mod">
          <ac:chgData name="Jerlina I 102318" userId="6de08b32-10fd-46d7-81ad-a5402f8b34e7" providerId="ADAL" clId="{92BAEC8F-C05F-4A6C-9C77-C8870E3AF1A1}" dt="2026-07-03T05:01:31.639" v="223" actId="20577"/>
          <ac:spMkLst>
            <pc:docMk/>
            <pc:sldMk cId="2130617393" sldId="280"/>
            <ac:spMk id="3" creationId="{729EDBE5-EBDE-BEF9-7BFD-CDBD506E9993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7:10.491" v="784"/>
        <pc:sldMkLst>
          <pc:docMk/>
          <pc:sldMk cId="2918333820" sldId="281"/>
        </pc:sldMkLst>
        <pc:spChg chg="mod">
          <ac:chgData name="Jerlina I 102318" userId="6de08b32-10fd-46d7-81ad-a5402f8b34e7" providerId="ADAL" clId="{92BAEC8F-C05F-4A6C-9C77-C8870E3AF1A1}" dt="2026-07-03T05:41:04.818" v="605"/>
          <ac:spMkLst>
            <pc:docMk/>
            <pc:sldMk cId="2918333820" sldId="281"/>
            <ac:spMk id="3" creationId="{2CD144B0-B904-FAB7-2D4E-605DD126AFA8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41:11.076" v="606" actId="2696"/>
        <pc:sldMkLst>
          <pc:docMk/>
          <pc:sldMk cId="1825051452" sldId="282"/>
        </pc:sldMkLst>
        <pc:spChg chg="mod">
          <ac:chgData name="Jerlina I 102318" userId="6de08b32-10fd-46d7-81ad-a5402f8b34e7" providerId="ADAL" clId="{92BAEC8F-C05F-4A6C-9C77-C8870E3AF1A1}" dt="2026-07-03T05:41:00.049" v="602" actId="21"/>
          <ac:spMkLst>
            <pc:docMk/>
            <pc:sldMk cId="1825051452" sldId="282"/>
            <ac:spMk id="3" creationId="{810AB5F1-446C-34BA-ADEC-C856AE6B8E51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7:29.440" v="788" actId="5793"/>
        <pc:sldMkLst>
          <pc:docMk/>
          <pc:sldMk cId="558224984" sldId="283"/>
        </pc:sldMkLst>
        <pc:spChg chg="mod">
          <ac:chgData name="Jerlina I 102318" userId="6de08b32-10fd-46d7-81ad-a5402f8b34e7" providerId="ADAL" clId="{92BAEC8F-C05F-4A6C-9C77-C8870E3AF1A1}" dt="2026-07-03T05:57:29.440" v="788" actId="5793"/>
          <ac:spMkLst>
            <pc:docMk/>
            <pc:sldMk cId="558224984" sldId="283"/>
            <ac:spMk id="3" creationId="{553EC9DC-313A-F215-71D8-5CC930A0DABE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42:18.032" v="640" actId="2696"/>
        <pc:sldMkLst>
          <pc:docMk/>
          <pc:sldMk cId="634047129" sldId="284"/>
        </pc:sldMkLst>
        <pc:spChg chg="mod">
          <ac:chgData name="Jerlina I 102318" userId="6de08b32-10fd-46d7-81ad-a5402f8b34e7" providerId="ADAL" clId="{92BAEC8F-C05F-4A6C-9C77-C8870E3AF1A1}" dt="2026-07-03T05:41:46.138" v="636" actId="21"/>
          <ac:spMkLst>
            <pc:docMk/>
            <pc:sldMk cId="634047129" sldId="284"/>
            <ac:spMk id="3" creationId="{502FDCE1-041D-3747-7139-8BE404C0A7CF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7:43.571" v="790"/>
        <pc:sldMkLst>
          <pc:docMk/>
          <pc:sldMk cId="3534393700" sldId="285"/>
        </pc:sldMkLst>
        <pc:spChg chg="mod">
          <ac:chgData name="Jerlina I 102318" userId="6de08b32-10fd-46d7-81ad-a5402f8b34e7" providerId="ADAL" clId="{92BAEC8F-C05F-4A6C-9C77-C8870E3AF1A1}" dt="2026-07-03T05:42:31.307" v="644"/>
          <ac:spMkLst>
            <pc:docMk/>
            <pc:sldMk cId="3534393700" sldId="285"/>
            <ac:spMk id="3" creationId="{B33A32A3-AA94-9981-E463-D089ABBA7369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42:34.941" v="645" actId="2696"/>
        <pc:sldMkLst>
          <pc:docMk/>
          <pc:sldMk cId="962482145" sldId="286"/>
        </pc:sldMkLst>
        <pc:spChg chg="mod">
          <ac:chgData name="Jerlina I 102318" userId="6de08b32-10fd-46d7-81ad-a5402f8b34e7" providerId="ADAL" clId="{92BAEC8F-C05F-4A6C-9C77-C8870E3AF1A1}" dt="2026-07-03T05:42:26.793" v="641" actId="21"/>
          <ac:spMkLst>
            <pc:docMk/>
            <pc:sldMk cId="962482145" sldId="286"/>
            <ac:spMk id="3" creationId="{CDEC56E9-15BE-3B16-8AB5-1A6370317A03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7:54.989" v="792"/>
        <pc:sldMkLst>
          <pc:docMk/>
          <pc:sldMk cId="627830499" sldId="287"/>
        </pc:sldMkLst>
        <pc:spChg chg="mod">
          <ac:chgData name="Jerlina I 102318" userId="6de08b32-10fd-46d7-81ad-a5402f8b34e7" providerId="ADAL" clId="{92BAEC8F-C05F-4A6C-9C77-C8870E3AF1A1}" dt="2026-07-03T05:42:54.788" v="649"/>
          <ac:spMkLst>
            <pc:docMk/>
            <pc:sldMk cId="627830499" sldId="287"/>
            <ac:spMk id="3" creationId="{B16524EC-79C2-496B-B90D-A3BD3F483516}"/>
          </ac:spMkLst>
        </pc:spChg>
      </pc:sldChg>
      <pc:sldChg chg="addSp delSp modSp new del mod">
        <pc:chgData name="Jerlina I 102318" userId="6de08b32-10fd-46d7-81ad-a5402f8b34e7" providerId="ADAL" clId="{92BAEC8F-C05F-4A6C-9C77-C8870E3AF1A1}" dt="2026-07-03T05:43:03.151" v="650" actId="2696"/>
        <pc:sldMkLst>
          <pc:docMk/>
          <pc:sldMk cId="1110791206" sldId="288"/>
        </pc:sldMkLst>
        <pc:spChg chg="mod">
          <ac:chgData name="Jerlina I 102318" userId="6de08b32-10fd-46d7-81ad-a5402f8b34e7" providerId="ADAL" clId="{92BAEC8F-C05F-4A6C-9C77-C8870E3AF1A1}" dt="2026-07-03T05:42:49.449" v="646" actId="21"/>
          <ac:spMkLst>
            <pc:docMk/>
            <pc:sldMk cId="1110791206" sldId="288"/>
            <ac:spMk id="3" creationId="{E89125A5-91B2-7761-D143-1D336D4C0B63}"/>
          </ac:spMkLst>
        </pc:spChg>
        <pc:spChg chg="add del">
          <ac:chgData name="Jerlina I 102318" userId="6de08b32-10fd-46d7-81ad-a5402f8b34e7" providerId="ADAL" clId="{92BAEC8F-C05F-4A6C-9C77-C8870E3AF1A1}" dt="2026-07-03T05:05:31.117" v="287" actId="22"/>
          <ac:spMkLst>
            <pc:docMk/>
            <pc:sldMk cId="1110791206" sldId="288"/>
            <ac:spMk id="5" creationId="{E2BB1C03-8616-6A72-8F60-3CA622EEECA4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8:14.102" v="794"/>
        <pc:sldMkLst>
          <pc:docMk/>
          <pc:sldMk cId="1618252256" sldId="289"/>
        </pc:sldMkLst>
        <pc:spChg chg="mod">
          <ac:chgData name="Jerlina I 102318" userId="6de08b32-10fd-46d7-81ad-a5402f8b34e7" providerId="ADAL" clId="{92BAEC8F-C05F-4A6C-9C77-C8870E3AF1A1}" dt="2026-07-03T05:43:21.215" v="654"/>
          <ac:spMkLst>
            <pc:docMk/>
            <pc:sldMk cId="1618252256" sldId="289"/>
            <ac:spMk id="3" creationId="{C1556DB0-10A9-BDC2-5497-3D46D8A5DEBD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43:34.994" v="655" actId="2696"/>
        <pc:sldMkLst>
          <pc:docMk/>
          <pc:sldMk cId="2699566443" sldId="290"/>
        </pc:sldMkLst>
        <pc:spChg chg="mod">
          <ac:chgData name="Jerlina I 102318" userId="6de08b32-10fd-46d7-81ad-a5402f8b34e7" providerId="ADAL" clId="{92BAEC8F-C05F-4A6C-9C77-C8870E3AF1A1}" dt="2026-07-03T05:43:15.616" v="651" actId="21"/>
          <ac:spMkLst>
            <pc:docMk/>
            <pc:sldMk cId="2699566443" sldId="290"/>
            <ac:spMk id="3" creationId="{D772A313-F7F3-B6B7-9A1C-AC9D3ED925C8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8:25.812" v="796"/>
        <pc:sldMkLst>
          <pc:docMk/>
          <pc:sldMk cId="3497870409" sldId="291"/>
        </pc:sldMkLst>
        <pc:spChg chg="mod">
          <ac:chgData name="Jerlina I 102318" userId="6de08b32-10fd-46d7-81ad-a5402f8b34e7" providerId="ADAL" clId="{92BAEC8F-C05F-4A6C-9C77-C8870E3AF1A1}" dt="2026-07-03T05:43:59.776" v="660"/>
          <ac:spMkLst>
            <pc:docMk/>
            <pc:sldMk cId="3497870409" sldId="291"/>
            <ac:spMk id="3" creationId="{48267959-CE58-A540-E5C2-6A120EB73A21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44:10.062" v="661" actId="2696"/>
        <pc:sldMkLst>
          <pc:docMk/>
          <pc:sldMk cId="2501363801" sldId="292"/>
        </pc:sldMkLst>
        <pc:spChg chg="mod">
          <ac:chgData name="Jerlina I 102318" userId="6de08b32-10fd-46d7-81ad-a5402f8b34e7" providerId="ADAL" clId="{92BAEC8F-C05F-4A6C-9C77-C8870E3AF1A1}" dt="2026-07-03T05:43:54.519" v="657" actId="21"/>
          <ac:spMkLst>
            <pc:docMk/>
            <pc:sldMk cId="2501363801" sldId="292"/>
            <ac:spMk id="3" creationId="{5DFD4FB5-CA2E-BED0-F67D-5806B2D0EFAD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8:37.652" v="798"/>
        <pc:sldMkLst>
          <pc:docMk/>
          <pc:sldMk cId="362588824" sldId="293"/>
        </pc:sldMkLst>
        <pc:spChg chg="mod">
          <ac:chgData name="Jerlina I 102318" userId="6de08b32-10fd-46d7-81ad-a5402f8b34e7" providerId="ADAL" clId="{92BAEC8F-C05F-4A6C-9C77-C8870E3AF1A1}" dt="2026-07-03T05:44:30.406" v="665"/>
          <ac:spMkLst>
            <pc:docMk/>
            <pc:sldMk cId="362588824" sldId="293"/>
            <ac:spMk id="3" creationId="{7537F09D-BE6C-E488-C14F-869F98C2C2C7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44:36.318" v="666" actId="2696"/>
        <pc:sldMkLst>
          <pc:docMk/>
          <pc:sldMk cId="1422046220" sldId="294"/>
        </pc:sldMkLst>
        <pc:spChg chg="mod">
          <ac:chgData name="Jerlina I 102318" userId="6de08b32-10fd-46d7-81ad-a5402f8b34e7" providerId="ADAL" clId="{92BAEC8F-C05F-4A6C-9C77-C8870E3AF1A1}" dt="2026-07-03T05:44:25.708" v="662" actId="21"/>
          <ac:spMkLst>
            <pc:docMk/>
            <pc:sldMk cId="1422046220" sldId="294"/>
            <ac:spMk id="3" creationId="{F4772600-6A72-76F8-6303-018DBF87C7CB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8:56.170" v="800"/>
        <pc:sldMkLst>
          <pc:docMk/>
          <pc:sldMk cId="2157755499" sldId="295"/>
        </pc:sldMkLst>
        <pc:spChg chg="mod">
          <ac:chgData name="Jerlina I 102318" userId="6de08b32-10fd-46d7-81ad-a5402f8b34e7" providerId="ADAL" clId="{92BAEC8F-C05F-4A6C-9C77-C8870E3AF1A1}" dt="2026-07-03T05:44:48.853" v="670"/>
          <ac:spMkLst>
            <pc:docMk/>
            <pc:sldMk cId="2157755499" sldId="295"/>
            <ac:spMk id="3" creationId="{30CB6E47-0632-2F49-3914-AC884B0C976D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44:52.887" v="671" actId="2696"/>
        <pc:sldMkLst>
          <pc:docMk/>
          <pc:sldMk cId="3543773265" sldId="296"/>
        </pc:sldMkLst>
        <pc:spChg chg="mod">
          <ac:chgData name="Jerlina I 102318" userId="6de08b32-10fd-46d7-81ad-a5402f8b34e7" providerId="ADAL" clId="{92BAEC8F-C05F-4A6C-9C77-C8870E3AF1A1}" dt="2026-07-03T05:44:43.867" v="667" actId="21"/>
          <ac:spMkLst>
            <pc:docMk/>
            <pc:sldMk cId="3543773265" sldId="296"/>
            <ac:spMk id="3" creationId="{0765F8F3-235F-4D9B-CA3F-C9C3C11FFAD0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9:09.913" v="802"/>
        <pc:sldMkLst>
          <pc:docMk/>
          <pc:sldMk cId="2614006689" sldId="297"/>
        </pc:sldMkLst>
        <pc:spChg chg="mod">
          <ac:chgData name="Jerlina I 102318" userId="6de08b32-10fd-46d7-81ad-a5402f8b34e7" providerId="ADAL" clId="{92BAEC8F-C05F-4A6C-9C77-C8870E3AF1A1}" dt="2026-07-03T05:46:23.888" v="681" actId="20577"/>
          <ac:spMkLst>
            <pc:docMk/>
            <pc:sldMk cId="2614006689" sldId="297"/>
            <ac:spMk id="3" creationId="{A47D17DC-2C7B-295E-2D73-E32FD90B4B78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46:29.021" v="682" actId="2696"/>
        <pc:sldMkLst>
          <pc:docMk/>
          <pc:sldMk cId="3118521132" sldId="298"/>
        </pc:sldMkLst>
        <pc:spChg chg="mod">
          <ac:chgData name="Jerlina I 102318" userId="6de08b32-10fd-46d7-81ad-a5402f8b34e7" providerId="ADAL" clId="{92BAEC8F-C05F-4A6C-9C77-C8870E3AF1A1}" dt="2026-07-03T05:45:41.740" v="672" actId="21"/>
          <ac:spMkLst>
            <pc:docMk/>
            <pc:sldMk cId="3118521132" sldId="298"/>
            <ac:spMk id="3" creationId="{067B1698-7391-6A7B-293F-260B96363102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9:26.267" v="804"/>
        <pc:sldMkLst>
          <pc:docMk/>
          <pc:sldMk cId="2434855478" sldId="299"/>
        </pc:sldMkLst>
        <pc:spChg chg="mod">
          <ac:chgData name="Jerlina I 102318" userId="6de08b32-10fd-46d7-81ad-a5402f8b34e7" providerId="ADAL" clId="{92BAEC8F-C05F-4A6C-9C77-C8870E3AF1A1}" dt="2026-07-03T05:47:40.461" v="711" actId="20577"/>
          <ac:spMkLst>
            <pc:docMk/>
            <pc:sldMk cId="2434855478" sldId="299"/>
            <ac:spMk id="3" creationId="{826F9C5F-2094-948B-22E1-198E193A3A0C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47:44.713" v="712" actId="2696"/>
        <pc:sldMkLst>
          <pc:docMk/>
          <pc:sldMk cId="3246118652" sldId="300"/>
        </pc:sldMkLst>
        <pc:spChg chg="mod">
          <ac:chgData name="Jerlina I 102318" userId="6de08b32-10fd-46d7-81ad-a5402f8b34e7" providerId="ADAL" clId="{92BAEC8F-C05F-4A6C-9C77-C8870E3AF1A1}" dt="2026-07-03T05:46:36.300" v="683" actId="21"/>
          <ac:spMkLst>
            <pc:docMk/>
            <pc:sldMk cId="3246118652" sldId="300"/>
            <ac:spMk id="3" creationId="{1046B421-982B-34AC-8347-5F4D1710EE5D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9:43.156" v="806"/>
        <pc:sldMkLst>
          <pc:docMk/>
          <pc:sldMk cId="2733125556" sldId="301"/>
        </pc:sldMkLst>
        <pc:spChg chg="mod">
          <ac:chgData name="Jerlina I 102318" userId="6de08b32-10fd-46d7-81ad-a5402f8b34e7" providerId="ADAL" clId="{92BAEC8F-C05F-4A6C-9C77-C8870E3AF1A1}" dt="2026-07-03T05:47:57.721" v="716"/>
          <ac:spMkLst>
            <pc:docMk/>
            <pc:sldMk cId="2733125556" sldId="301"/>
            <ac:spMk id="3" creationId="{D52BAA38-30AB-0DE9-0E8C-F362331FDE9F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48:01.558" v="717" actId="2696"/>
        <pc:sldMkLst>
          <pc:docMk/>
          <pc:sldMk cId="1848896310" sldId="302"/>
        </pc:sldMkLst>
        <pc:spChg chg="mod">
          <ac:chgData name="Jerlina I 102318" userId="6de08b32-10fd-46d7-81ad-a5402f8b34e7" providerId="ADAL" clId="{92BAEC8F-C05F-4A6C-9C77-C8870E3AF1A1}" dt="2026-07-03T05:47:52.890" v="713" actId="21"/>
          <ac:spMkLst>
            <pc:docMk/>
            <pc:sldMk cId="1848896310" sldId="302"/>
            <ac:spMk id="3" creationId="{C6E63407-A41B-A247-3958-C1847DB1E0C6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9:56.765" v="808"/>
        <pc:sldMkLst>
          <pc:docMk/>
          <pc:sldMk cId="3033601097" sldId="303"/>
        </pc:sldMkLst>
        <pc:spChg chg="mod">
          <ac:chgData name="Jerlina I 102318" userId="6de08b32-10fd-46d7-81ad-a5402f8b34e7" providerId="ADAL" clId="{92BAEC8F-C05F-4A6C-9C77-C8870E3AF1A1}" dt="2026-07-03T05:48:28.274" v="722" actId="27636"/>
          <ac:spMkLst>
            <pc:docMk/>
            <pc:sldMk cId="3033601097" sldId="303"/>
            <ac:spMk id="3" creationId="{5D3BE45F-B830-54FE-D951-F221A8EDB1B0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48:32.098" v="723" actId="2696"/>
        <pc:sldMkLst>
          <pc:docMk/>
          <pc:sldMk cId="1838327038" sldId="304"/>
        </pc:sldMkLst>
        <pc:spChg chg="mod">
          <ac:chgData name="Jerlina I 102318" userId="6de08b32-10fd-46d7-81ad-a5402f8b34e7" providerId="ADAL" clId="{92BAEC8F-C05F-4A6C-9C77-C8870E3AF1A1}" dt="2026-07-03T05:48:22.509" v="718" actId="21"/>
          <ac:spMkLst>
            <pc:docMk/>
            <pc:sldMk cId="1838327038" sldId="304"/>
            <ac:spMk id="3" creationId="{473A38B1-124A-9461-CC9B-2611AE9A72B2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6:00:22.247" v="810"/>
        <pc:sldMkLst>
          <pc:docMk/>
          <pc:sldMk cId="2209205110" sldId="305"/>
        </pc:sldMkLst>
        <pc:spChg chg="mod">
          <ac:chgData name="Jerlina I 102318" userId="6de08b32-10fd-46d7-81ad-a5402f8b34e7" providerId="ADAL" clId="{92BAEC8F-C05F-4A6C-9C77-C8870E3AF1A1}" dt="2026-07-03T05:48:45.397" v="727"/>
          <ac:spMkLst>
            <pc:docMk/>
            <pc:sldMk cId="2209205110" sldId="305"/>
            <ac:spMk id="3" creationId="{67D862EB-E9AC-43E0-A003-3D530F5B4BC3}"/>
          </ac:spMkLst>
        </pc:spChg>
      </pc:sldChg>
      <pc:sldChg chg="modSp new del mod">
        <pc:chgData name="Jerlina I 102318" userId="6de08b32-10fd-46d7-81ad-a5402f8b34e7" providerId="ADAL" clId="{92BAEC8F-C05F-4A6C-9C77-C8870E3AF1A1}" dt="2026-07-03T05:48:49.641" v="728" actId="2696"/>
        <pc:sldMkLst>
          <pc:docMk/>
          <pc:sldMk cId="2707682868" sldId="306"/>
        </pc:sldMkLst>
        <pc:spChg chg="mod">
          <ac:chgData name="Jerlina I 102318" userId="6de08b32-10fd-46d7-81ad-a5402f8b34e7" providerId="ADAL" clId="{92BAEC8F-C05F-4A6C-9C77-C8870E3AF1A1}" dt="2026-07-03T05:48:40.084" v="724" actId="21"/>
          <ac:spMkLst>
            <pc:docMk/>
            <pc:sldMk cId="2707682868" sldId="306"/>
            <ac:spMk id="3" creationId="{C67541FD-F35D-7D3A-A603-3DFE6B9257C0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0:36.475" v="731"/>
        <pc:sldMkLst>
          <pc:docMk/>
          <pc:sldMk cId="1255509131" sldId="307"/>
        </pc:sldMkLst>
        <pc:spChg chg="mod">
          <ac:chgData name="Jerlina I 102318" userId="6de08b32-10fd-46d7-81ad-a5402f8b34e7" providerId="ADAL" clId="{92BAEC8F-C05F-4A6C-9C77-C8870E3AF1A1}" dt="2026-07-03T05:27:00.897" v="485" actId="20577"/>
          <ac:spMkLst>
            <pc:docMk/>
            <pc:sldMk cId="1255509131" sldId="307"/>
            <ac:spMk id="3" creationId="{68C45CF7-A3EE-10D2-4291-FEFA16C3A70B}"/>
          </ac:spMkLst>
        </pc:spChg>
      </pc:sldChg>
      <pc:sldChg chg="modSp new mod">
        <pc:chgData name="Jerlina I 102318" userId="6de08b32-10fd-46d7-81ad-a5402f8b34e7" providerId="ADAL" clId="{92BAEC8F-C05F-4A6C-9C77-C8870E3AF1A1}" dt="2026-07-03T07:16:40.656" v="839" actId="20577"/>
        <pc:sldMkLst>
          <pc:docMk/>
          <pc:sldMk cId="2740223261" sldId="308"/>
        </pc:sldMkLst>
        <pc:spChg chg="mod">
          <ac:chgData name="Jerlina I 102318" userId="6de08b32-10fd-46d7-81ad-a5402f8b34e7" providerId="ADAL" clId="{92BAEC8F-C05F-4A6C-9C77-C8870E3AF1A1}" dt="2026-07-03T07:16:40.656" v="839" actId="20577"/>
          <ac:spMkLst>
            <pc:docMk/>
            <pc:sldMk cId="2740223261" sldId="308"/>
            <ac:spMk id="3" creationId="{9681033D-5CBB-5C62-A4EE-D5877F6DEA8A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2:21.549" v="754"/>
        <pc:sldMkLst>
          <pc:docMk/>
          <pc:sldMk cId="1147018786" sldId="309"/>
        </pc:sldMkLst>
        <pc:spChg chg="mod">
          <ac:chgData name="Jerlina I 102318" userId="6de08b32-10fd-46d7-81ad-a5402f8b34e7" providerId="ADAL" clId="{92BAEC8F-C05F-4A6C-9C77-C8870E3AF1A1}" dt="2026-07-03T05:18:12.519" v="434" actId="20577"/>
          <ac:spMkLst>
            <pc:docMk/>
            <pc:sldMk cId="1147018786" sldId="309"/>
            <ac:spMk id="3" creationId="{2AF13C38-C49A-9EC3-5A32-FB9BF8743CD0}"/>
          </ac:spMkLst>
        </pc:spChg>
      </pc:sldChg>
      <pc:sldChg chg="modSp new mod ord">
        <pc:chgData name="Jerlina I 102318" userId="6de08b32-10fd-46d7-81ad-a5402f8b34e7" providerId="ADAL" clId="{92BAEC8F-C05F-4A6C-9C77-C8870E3AF1A1}" dt="2026-07-03T05:25:45.872" v="483"/>
        <pc:sldMkLst>
          <pc:docMk/>
          <pc:sldMk cId="2705927276" sldId="310"/>
        </pc:sldMkLst>
        <pc:spChg chg="mod">
          <ac:chgData name="Jerlina I 102318" userId="6de08b32-10fd-46d7-81ad-a5402f8b34e7" providerId="ADAL" clId="{92BAEC8F-C05F-4A6C-9C77-C8870E3AF1A1}" dt="2026-07-03T05:21:51.966" v="479" actId="20577"/>
          <ac:spMkLst>
            <pc:docMk/>
            <pc:sldMk cId="2705927276" sldId="310"/>
            <ac:spMk id="3" creationId="{D46B412D-A87F-47AD-8FC3-19F5327B1E3B}"/>
          </ac:spMkLst>
        </pc:spChg>
      </pc:sldChg>
      <pc:sldChg chg="modSp new mod modAnim">
        <pc:chgData name="Jerlina I 102318" userId="6de08b32-10fd-46d7-81ad-a5402f8b34e7" providerId="ADAL" clId="{92BAEC8F-C05F-4A6C-9C77-C8870E3AF1A1}" dt="2026-07-03T05:52:06.046" v="752" actId="20577"/>
        <pc:sldMkLst>
          <pc:docMk/>
          <pc:sldMk cId="2420466157" sldId="311"/>
        </pc:sldMkLst>
        <pc:spChg chg="mod">
          <ac:chgData name="Jerlina I 102318" userId="6de08b32-10fd-46d7-81ad-a5402f8b34e7" providerId="ADAL" clId="{92BAEC8F-C05F-4A6C-9C77-C8870E3AF1A1}" dt="2026-07-03T05:52:06.046" v="752" actId="20577"/>
          <ac:spMkLst>
            <pc:docMk/>
            <pc:sldMk cId="2420466157" sldId="311"/>
            <ac:spMk id="3" creationId="{2F9507AE-262B-8999-7816-E6445FB74594}"/>
          </ac:spMkLst>
        </pc:spChg>
      </pc:sldChg>
      <pc:sldChg chg="addSp delSp modSp new mod">
        <pc:chgData name="Jerlina I 102318" userId="6de08b32-10fd-46d7-81ad-a5402f8b34e7" providerId="ADAL" clId="{92BAEC8F-C05F-4A6C-9C77-C8870E3AF1A1}" dt="2026-07-03T06:04:14.340" v="835" actId="255"/>
        <pc:sldMkLst>
          <pc:docMk/>
          <pc:sldMk cId="3195021625" sldId="312"/>
        </pc:sldMkLst>
        <pc:spChg chg="add del mod">
          <ac:chgData name="Jerlina I 102318" userId="6de08b32-10fd-46d7-81ad-a5402f8b34e7" providerId="ADAL" clId="{92BAEC8F-C05F-4A6C-9C77-C8870E3AF1A1}" dt="2026-07-03T06:03:17.942" v="825"/>
          <ac:spMkLst>
            <pc:docMk/>
            <pc:sldMk cId="3195021625" sldId="312"/>
            <ac:spMk id="3" creationId="{1AA8A891-138B-8C09-865C-DA334BBE5935}"/>
          </ac:spMkLst>
        </pc:spChg>
        <pc:spChg chg="add del">
          <ac:chgData name="Jerlina I 102318" userId="6de08b32-10fd-46d7-81ad-a5402f8b34e7" providerId="ADAL" clId="{92BAEC8F-C05F-4A6C-9C77-C8870E3AF1A1}" dt="2026-07-03T06:02:55.654" v="824" actId="22"/>
          <ac:spMkLst>
            <pc:docMk/>
            <pc:sldMk cId="3195021625" sldId="312"/>
            <ac:spMk id="6" creationId="{68E33F7A-7D82-811F-F6B3-1C1CFC422E0B}"/>
          </ac:spMkLst>
        </pc:spChg>
        <pc:spChg chg="add del">
          <ac:chgData name="Jerlina I 102318" userId="6de08b32-10fd-46d7-81ad-a5402f8b34e7" providerId="ADAL" clId="{92BAEC8F-C05F-4A6C-9C77-C8870E3AF1A1}" dt="2026-07-03T06:02:54.940" v="823" actId="22"/>
          <ac:spMkLst>
            <pc:docMk/>
            <pc:sldMk cId="3195021625" sldId="312"/>
            <ac:spMk id="9" creationId="{BE981ECE-7A50-BFBD-2FFD-21491BC4E134}"/>
          </ac:spMkLst>
        </pc:spChg>
        <pc:graphicFrameChg chg="add mod">
          <ac:chgData name="Jerlina I 102318" userId="6de08b32-10fd-46d7-81ad-a5402f8b34e7" providerId="ADAL" clId="{92BAEC8F-C05F-4A6C-9C77-C8870E3AF1A1}" dt="2026-07-03T06:02:20.250" v="814"/>
          <ac:graphicFrameMkLst>
            <pc:docMk/>
            <pc:sldMk cId="3195021625" sldId="312"/>
            <ac:graphicFrameMk id="4" creationId="{E937FDAB-7213-F275-AA54-DD613E7821E7}"/>
          </ac:graphicFrameMkLst>
        </pc:graphicFrameChg>
        <pc:graphicFrameChg chg="add mod">
          <ac:chgData name="Jerlina I 102318" userId="6de08b32-10fd-46d7-81ad-a5402f8b34e7" providerId="ADAL" clId="{92BAEC8F-C05F-4A6C-9C77-C8870E3AF1A1}" dt="2026-07-03T06:02:22.967" v="817"/>
          <ac:graphicFrameMkLst>
            <pc:docMk/>
            <pc:sldMk cId="3195021625" sldId="312"/>
            <ac:graphicFrameMk id="7" creationId="{4A47B3F2-087E-B3F4-78E8-32C2DEBC531C}"/>
          </ac:graphicFrameMkLst>
        </pc:graphicFrameChg>
        <pc:graphicFrameChg chg="add mod modGraphic">
          <ac:chgData name="Jerlina I 102318" userId="6de08b32-10fd-46d7-81ad-a5402f8b34e7" providerId="ADAL" clId="{92BAEC8F-C05F-4A6C-9C77-C8870E3AF1A1}" dt="2026-07-03T06:04:14.340" v="835" actId="255"/>
          <ac:graphicFrameMkLst>
            <pc:docMk/>
            <pc:sldMk cId="3195021625" sldId="312"/>
            <ac:graphicFrameMk id="10" creationId="{6DCEBE16-3769-AF67-B964-9AF7E0028B35}"/>
          </ac:graphicFrameMkLst>
        </pc:graphicFrameChg>
      </pc:sldChg>
      <pc:sldChg chg="new del">
        <pc:chgData name="Jerlina I 102318" userId="6de08b32-10fd-46d7-81ad-a5402f8b34e7" providerId="ADAL" clId="{92BAEC8F-C05F-4A6C-9C77-C8870E3AF1A1}" dt="2026-07-03T07:49:31.485" v="841" actId="680"/>
        <pc:sldMkLst>
          <pc:docMk/>
          <pc:sldMk cId="1334146990" sldId="31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C78A8-BB92-2B6A-EE5E-CC1C03AFD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6F296-4F3D-30FB-1182-CC36A2054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30D33-9838-FB7D-2CDC-7138CD133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5880-B240-40E9-A58C-DBC795A6F64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D44B4-1600-2A0C-726A-7E284F491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84ED7-F916-40A7-F428-8C0457A32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CB6B-9775-4B2B-BFD6-765671D2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092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5F9D-9D72-7360-2768-9C045A9FB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1A9E1-C89F-C8CD-8A15-868E72972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2DBF5-FC41-BD1E-8447-0120451C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5880-B240-40E9-A58C-DBC795A6F64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1BAA8-A526-55F8-C4F5-8F501D3CD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76318-A354-DCBD-2DD6-798698F64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CB6B-9775-4B2B-BFD6-765671D2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73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F9367-D82C-42BE-BEF7-AAA26E23B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B9654-8B3B-5B58-D8AE-6C3761D3A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D5967-2F4A-A3C7-4CA2-9E3A4859D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5880-B240-40E9-A58C-DBC795A6F64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FA3B1-E951-270B-4472-43A429600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82274-0460-E5FA-8CA8-502E3625A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CB6B-9775-4B2B-BFD6-765671D2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800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2FC8-20DF-1072-9534-1B7F5FD3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87767-C470-4DB2-8218-C10D28308B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7ECC49-3F07-7159-82B4-522813902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D2DA6-87B9-BCAA-07B1-DBFB99C2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5880-B240-40E9-A58C-DBC795A6F64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8781A-6CDA-23C1-B2B7-36FCCD45F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AFC6B-2F7B-B241-8D70-05BA02F1C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CB6B-9775-4B2B-BFD6-765671D2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867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8A33-1032-C8AB-AE2B-85F70C890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EA9A5-28B1-0657-C428-44310DD45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B9CE78-272C-A5C0-19F1-F9275F77F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84BF87-9719-A9DE-B2F9-B323FCFF55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430E79-5030-1949-96D1-C9F9C5ABFF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768935-9FF4-8431-F2E6-C1CE898A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5880-B240-40E9-A58C-DBC795A6F64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003AF9-4B54-72E8-BF08-B4A2DF62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4F5546-2D27-4670-40FF-0DD1B18FE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CB6B-9775-4B2B-BFD6-765671D2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655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E2DD1-89F1-A417-A837-793F22C38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CC393D-606E-BE70-EDB2-8AA98074C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5880-B240-40E9-A58C-DBC795A6F64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114D05-CF39-AE53-CD2F-CBF53D740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90BEC6-2F4A-46DD-A082-AA8B27B8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CB6B-9775-4B2B-BFD6-765671D2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010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B60127-1BC1-7947-9016-2C00C6360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5880-B240-40E9-A58C-DBC795A6F64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72BD3-E684-AF2E-7D3B-DC49DA53A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EE311-FE2B-F9EE-60F3-38AD04360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CB6B-9775-4B2B-BFD6-765671D2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370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73731-8125-96CE-D109-D3598202A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A322A-E7E8-BD05-2A41-A0D92067B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7CD3B7-7DC7-64EC-38DB-80F89FC8E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1FBD1-73D2-9C7C-A92F-A3C73556A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5880-B240-40E9-A58C-DBC795A6F64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CCBEF-658A-C88A-F6D5-3EE14BCC3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480EE-8235-DD64-DBA9-8CEC7DFB4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CB6B-9775-4B2B-BFD6-765671D2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447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7877D-B80F-523D-331D-B050B2B61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44AFD-CDAC-CC2E-9310-5FE6ABB987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A7B93-3C97-7A69-6343-650323B48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ED99A-FE51-49DE-99BF-B319008E6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5880-B240-40E9-A58C-DBC795A6F64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ACF29-CCEF-1598-C69D-F44B0864D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E18B8-F65E-1505-2719-7BC8F7C63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CB6B-9775-4B2B-BFD6-765671D2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32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D4100-852E-2BB8-4155-BBD8D3C42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CA19D-7F08-EB4B-DBE1-FC032094A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A6FCE-2C41-AAF1-D263-959879F28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5880-B240-40E9-A58C-DBC795A6F64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AB406-16AB-5B89-945A-B899F571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F6D71-9E3C-13AC-D0F7-D474B9FFD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CB6B-9775-4B2B-BFD6-765671D2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358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7DDA0F-093D-6ACB-0043-473CE92A09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4B0917-C569-3199-8B5A-B100C0F2F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72516-D23A-7A8E-182F-3BC8473A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55880-B240-40E9-A58C-DBC795A6F64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3A652-11EF-2164-48DD-344AA15B6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BAB63-0343-D51C-B90E-0C984CF33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ECB6B-9775-4B2B-BFD6-765671D2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411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3C6158-9117-8D0C-4201-0E290DA47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51219-4642-FC68-4C3C-4D1C3CBD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69D07-ABE9-217E-CE20-7794918A5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55880-B240-40E9-A58C-DBC795A6F64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EA960-4871-55BC-4403-7EA355F26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2819D-2D4F-51D8-1296-EC3B377D39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7ECB6B-9775-4B2B-BFD6-765671D2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961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3BD61-0F07-FAD3-E50C-CA722F836D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Verbal Ability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3C1E10-4F98-F350-135A-A931EBB475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TCS Recruitment 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8790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F1365-BC42-3E91-AF33-931E9A101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6DCEBE16-3769-AF67-B964-9AF7E0028B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7667382"/>
              </p:ext>
            </p:extLst>
          </p:nvPr>
        </p:nvGraphicFramePr>
        <p:xfrm>
          <a:off x="838197" y="1327324"/>
          <a:ext cx="10515600" cy="5052924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5581165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7334371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61313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35741885"/>
                    </a:ext>
                  </a:extLst>
                </a:gridCol>
              </a:tblGrid>
              <a:tr h="449322">
                <a:tc>
                  <a:txBody>
                    <a:bodyPr/>
                    <a:lstStyle/>
                    <a:p>
                      <a:pPr algn="l" fontAlgn="b">
                        <a:lnSpc>
                          <a:spcPts val="1680"/>
                        </a:lnSpc>
                        <a:buNone/>
                      </a:pPr>
                      <a:r>
                        <a:rPr lang="en-IN" sz="2000" b="1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TCS</a:t>
                      </a:r>
                    </a:p>
                  </a:txBody>
                  <a:tcPr marL="97314" marR="97314" marT="48657" marB="4865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680"/>
                        </a:lnSpc>
                        <a:buNone/>
                      </a:pPr>
                      <a:r>
                        <a:rPr lang="en-IN" sz="2000" b="1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NO. OF QUESTIONS</a:t>
                      </a:r>
                    </a:p>
                  </a:txBody>
                  <a:tcPr marL="97314" marR="97314" marT="48657" marB="4865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680"/>
                        </a:lnSpc>
                        <a:buNone/>
                      </a:pPr>
                      <a:r>
                        <a:rPr lang="en-IN" sz="2000" b="1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DIFFICULTY</a:t>
                      </a:r>
                    </a:p>
                  </a:txBody>
                  <a:tcPr marL="97314" marR="97314" marT="48657" marB="4865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680"/>
                        </a:lnSpc>
                        <a:buNone/>
                      </a:pPr>
                      <a:r>
                        <a:rPr lang="en-IN" sz="2000" b="1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IMPORTANCE</a:t>
                      </a:r>
                    </a:p>
                  </a:txBody>
                  <a:tcPr marL="97314" marR="97314" marT="48657" marB="4865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785268"/>
                  </a:ext>
                </a:extLst>
              </a:tr>
              <a:tr h="480500"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 dirty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Passage Ordering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 dirty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0-2 Questions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High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High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697356"/>
                  </a:ext>
                </a:extLst>
              </a:tr>
              <a:tr h="480500"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Selecting Words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0- 1 Questions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Medium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Medium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547660"/>
                  </a:ext>
                </a:extLst>
              </a:tr>
              <a:tr h="480500"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Synonym and Antonym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0-4 Questions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High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High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082438"/>
                  </a:ext>
                </a:extLst>
              </a:tr>
              <a:tr h="351485"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 dirty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Cloze Test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0-2 Questions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Medium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High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504327"/>
                  </a:ext>
                </a:extLst>
              </a:tr>
              <a:tr h="351485"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Spelling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0- 2Questions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Medium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Medium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76580"/>
                  </a:ext>
                </a:extLst>
              </a:tr>
              <a:tr h="351485"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Grammar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0-3 Questions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High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Medium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054915"/>
                  </a:ext>
                </a:extLst>
              </a:tr>
              <a:tr h="666147"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Reading Comprehension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 dirty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0- 2 Questions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 dirty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High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High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891565"/>
                  </a:ext>
                </a:extLst>
              </a:tr>
              <a:tr h="480500"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Error Identification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 dirty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0-1 Questions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 dirty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High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High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159324"/>
                  </a:ext>
                </a:extLst>
              </a:tr>
              <a:tr h="480500"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Error Correction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0- 3 Questions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Medium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High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45726"/>
                  </a:ext>
                </a:extLst>
              </a:tr>
              <a:tr h="480500"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Sentence Completion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0- 2 Questions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Medium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80"/>
                        </a:lnSpc>
                        <a:buNone/>
                      </a:pPr>
                      <a:r>
                        <a:rPr lang="en-IN" sz="2000" b="0" i="0" dirty="0">
                          <a:solidFill>
                            <a:srgbClr val="343434"/>
                          </a:solidFill>
                          <a:effectLst/>
                          <a:latin typeface="Public Sans"/>
                        </a:rPr>
                        <a:t>High</a:t>
                      </a:r>
                    </a:p>
                  </a:txBody>
                  <a:tcPr marL="97314" marR="97314" marT="48657" marB="4865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459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021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81C0D-719B-3AA3-C06B-32DEA1FF2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45CF7-A3EE-10D2-4291-FEFA16C3A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TCS Verbal Ability tests your grammar, vocabulary, and reading comprehension. </a:t>
            </a:r>
          </a:p>
          <a:p>
            <a:r>
              <a:rPr lang="en-IN" dirty="0"/>
              <a:t>The section typically contains </a:t>
            </a:r>
            <a:r>
              <a:rPr lang="en-IN" b="1" dirty="0"/>
              <a:t>25 questions</a:t>
            </a:r>
            <a:r>
              <a:rPr lang="en-IN" dirty="0"/>
              <a:t> to be completed in </a:t>
            </a:r>
            <a:r>
              <a:rPr lang="en-IN" b="1" dirty="0"/>
              <a:t>25 minutes</a:t>
            </a:r>
            <a:r>
              <a:rPr lang="en-IN" dirty="0"/>
              <a:t>. </a:t>
            </a:r>
          </a:p>
          <a:p>
            <a:r>
              <a:rPr lang="en-IN" dirty="0"/>
              <a:t>Questions range from multiple-choice error identification and sentence jumbles to single-word sentence completion</a:t>
            </a:r>
          </a:p>
        </p:txBody>
      </p:sp>
    </p:spTree>
    <p:extLst>
      <p:ext uri="{BB962C8B-B14F-4D97-AF65-F5344CB8AC3E}">
        <p14:creationId xmlns:p14="http://schemas.microsoft.com/office/powerpoint/2010/main" val="125550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C403D-4724-3EEE-12DE-4DC592061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1033D-5CBB-5C62-A4EE-D5877F6DE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Sentence Completion (One-Word Answers)</a:t>
            </a:r>
          </a:p>
          <a:p>
            <a:r>
              <a:rPr lang="en-IN" dirty="0"/>
              <a:t>In these questions, you are given a sentence with blanks and must type a one-word answer. No options are provided. You need to ensure perfect spelling and grammar.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0223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6EA00-C8BB-728D-FEAF-45744C902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507AE-262B-8999-7816-E6445FB74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IN" b="1" dirty="0"/>
          </a:p>
          <a:p>
            <a:r>
              <a:rPr lang="en-IN" b="1" dirty="0"/>
              <a:t>Question 1:</a:t>
            </a:r>
            <a:r>
              <a:rPr lang="en-IN" dirty="0"/>
              <a:t> It was very kind of you to ______ the invitation as the chief guest for the meeting. </a:t>
            </a:r>
          </a:p>
          <a:p>
            <a:pPr marL="0" indent="0">
              <a:buNone/>
            </a:pPr>
            <a:r>
              <a:rPr lang="en-IN" b="1" dirty="0"/>
              <a:t>Answer:</a:t>
            </a:r>
            <a:r>
              <a:rPr lang="en-IN" dirty="0"/>
              <a:t> accept</a:t>
            </a:r>
          </a:p>
          <a:p>
            <a:r>
              <a:rPr lang="en-IN" b="1" dirty="0"/>
              <a:t>Question 2:</a:t>
            </a:r>
            <a:r>
              <a:rPr lang="en-IN" dirty="0"/>
              <a:t> Take this medicine and you will get rid ______ the bad cold. </a:t>
            </a:r>
          </a:p>
          <a:p>
            <a:pPr marL="0" indent="0">
              <a:buNone/>
            </a:pPr>
            <a:r>
              <a:rPr lang="en-IN" b="1" dirty="0"/>
              <a:t>Answer:</a:t>
            </a:r>
            <a:r>
              <a:rPr lang="en-IN" dirty="0"/>
              <a:t> of</a:t>
            </a:r>
          </a:p>
          <a:p>
            <a:r>
              <a:rPr lang="en-IN" b="1" dirty="0"/>
              <a:t>Question 3:</a:t>
            </a:r>
            <a:r>
              <a:rPr lang="en-IN" dirty="0"/>
              <a:t> Zyan Braid was unable to ______ himself from the difficulties he had caused by forging the paperwork.</a:t>
            </a:r>
          </a:p>
          <a:p>
            <a:r>
              <a:rPr lang="en-IN" dirty="0"/>
              <a:t> A</a:t>
            </a:r>
            <a:r>
              <a:rPr lang="en-IN" b="1" dirty="0"/>
              <a:t>nswer:</a:t>
            </a:r>
            <a:r>
              <a:rPr lang="en-IN" dirty="0"/>
              <a:t> extricate (or free)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0466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82112-2198-3B2A-123D-0B3122BED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13C38-C49A-9EC3-5A32-FB9BF8743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2. Error Identification</a:t>
            </a:r>
          </a:p>
          <a:p>
            <a:r>
              <a:rPr lang="en-IN" dirty="0"/>
              <a:t>You will be given a sentence divided into three or four parts (A, B, C, D). Find the part that contains a grammatical error. If the sentence is completely correct, select 'No Error</a:t>
            </a:r>
          </a:p>
          <a:p>
            <a:r>
              <a:rPr lang="en-IN" b="1" dirty="0"/>
              <a:t>3. Synonyms &amp; Antonyms</a:t>
            </a:r>
          </a:p>
          <a:p>
            <a:r>
              <a:rPr lang="en-IN" dirty="0"/>
              <a:t>These test your vocabulary through direct word equivalents or opposites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701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63B9-C2B2-67D6-6CEB-EA15E0594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443E1-6C3D-53BD-4EAF-201935309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Choose the word which best expresses the meaning of the given word. ABOLISH </a:t>
            </a:r>
          </a:p>
          <a:p>
            <a:r>
              <a:rPr lang="en-IN" dirty="0"/>
              <a:t>1. Cancel </a:t>
            </a:r>
          </a:p>
          <a:p>
            <a:r>
              <a:rPr lang="en-IN" dirty="0"/>
              <a:t>2. Continue </a:t>
            </a:r>
          </a:p>
          <a:p>
            <a:r>
              <a:rPr lang="en-IN" dirty="0"/>
              <a:t>3. Establish </a:t>
            </a:r>
          </a:p>
          <a:p>
            <a:r>
              <a:rPr lang="en-IN" dirty="0"/>
              <a:t>4. Create</a:t>
            </a:r>
          </a:p>
          <a:p>
            <a:r>
              <a:rPr lang="en-IN" dirty="0"/>
              <a:t>Answer: Option 1, Explanation: Abolish means to formally end or cancel a system or practice.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1787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D0DFA-F2C0-2FF2-F94D-2F905A901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C353C-509E-F8C6-F8D6-771919B10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Choose the word opposite in meaning to the given word. FRUGAL</a:t>
            </a:r>
          </a:p>
          <a:p>
            <a:r>
              <a:rPr lang="en-IN" dirty="0"/>
              <a:t>1. Extravagant </a:t>
            </a:r>
          </a:p>
          <a:p>
            <a:r>
              <a:rPr lang="en-IN" dirty="0"/>
              <a:t>2. Economical </a:t>
            </a:r>
          </a:p>
          <a:p>
            <a:r>
              <a:rPr lang="en-IN" dirty="0"/>
              <a:t>3. Careful </a:t>
            </a:r>
          </a:p>
          <a:p>
            <a:r>
              <a:rPr lang="en-IN" dirty="0"/>
              <a:t>4. Cautious.</a:t>
            </a:r>
          </a:p>
          <a:p>
            <a:endParaRPr lang="en-IN" dirty="0"/>
          </a:p>
          <a:p>
            <a:r>
              <a:rPr lang="en-IN" dirty="0"/>
              <a:t>Answer: Option 1 </a:t>
            </a:r>
          </a:p>
          <a:p>
            <a:r>
              <a:rPr lang="en-IN" dirty="0"/>
              <a:t>Explanation: Frugal means economical; its antonym is extravagant.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7730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23AC1-6022-9871-6365-13BCA8C0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511FF-9F6A-FA92-7F72-A6B0D673F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Find the correctly spelled word.</a:t>
            </a:r>
          </a:p>
          <a:p>
            <a:r>
              <a:rPr lang="en-IN" dirty="0"/>
              <a:t>1. </a:t>
            </a:r>
            <a:r>
              <a:rPr lang="en-IN" dirty="0" err="1"/>
              <a:t>Exagerate</a:t>
            </a:r>
            <a:r>
              <a:rPr lang="en-IN" dirty="0"/>
              <a:t> </a:t>
            </a:r>
          </a:p>
          <a:p>
            <a:r>
              <a:rPr lang="en-IN" dirty="0"/>
              <a:t>2. </a:t>
            </a:r>
            <a:r>
              <a:rPr lang="en-IN" dirty="0" err="1"/>
              <a:t>Exaggarate</a:t>
            </a:r>
            <a:r>
              <a:rPr lang="en-IN" dirty="0"/>
              <a:t> </a:t>
            </a:r>
          </a:p>
          <a:p>
            <a:r>
              <a:rPr lang="en-IN" dirty="0"/>
              <a:t>3. Exaggerate</a:t>
            </a:r>
          </a:p>
          <a:p>
            <a:r>
              <a:rPr lang="en-IN" dirty="0"/>
              <a:t>4. </a:t>
            </a:r>
            <a:r>
              <a:rPr lang="en-IN" dirty="0" err="1"/>
              <a:t>Exaggaratte</a:t>
            </a:r>
            <a:endParaRPr lang="en-IN" dirty="0"/>
          </a:p>
          <a:p>
            <a:endParaRPr lang="en-IN" dirty="0"/>
          </a:p>
          <a:p>
            <a:r>
              <a:rPr lang="en-IN" dirty="0"/>
              <a:t>Answer: Option 3</a:t>
            </a:r>
          </a:p>
          <a:p>
            <a:r>
              <a:rPr lang="en-IN" dirty="0"/>
              <a:t>Explanation: The correct spelling is Exaggerate.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2381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5BAA8-C490-D011-A6CC-EC8870049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B76C0-4B14-E05D-FE08-6851D7D10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Choose the correct synonym for LAMENT. </a:t>
            </a:r>
          </a:p>
          <a:p>
            <a:r>
              <a:rPr lang="en-IN" dirty="0"/>
              <a:t>1. Rejoice </a:t>
            </a:r>
          </a:p>
          <a:p>
            <a:r>
              <a:rPr lang="en-IN" dirty="0"/>
              <a:t>2. Complain </a:t>
            </a:r>
          </a:p>
          <a:p>
            <a:r>
              <a:rPr lang="en-IN" dirty="0"/>
              <a:t>3. Mourn </a:t>
            </a:r>
          </a:p>
          <a:p>
            <a:r>
              <a:rPr lang="en-IN" dirty="0"/>
              <a:t>4. Celebrate</a:t>
            </a:r>
          </a:p>
          <a:p>
            <a:endParaRPr lang="en-IN" dirty="0"/>
          </a:p>
          <a:p>
            <a:r>
              <a:rPr lang="en-IN" dirty="0"/>
              <a:t>Answer: Option 3 </a:t>
            </a:r>
          </a:p>
          <a:p>
            <a:r>
              <a:rPr lang="en-IN" dirty="0"/>
              <a:t>Explanation: Lament means to express sorrow or grief.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172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92184-8521-CAA8-563F-BB563A648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B9E99-4025-DE55-747A-A1A490834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Choose the antonym of HUMBLE. </a:t>
            </a:r>
          </a:p>
          <a:p>
            <a:r>
              <a:rPr lang="en-IN" dirty="0"/>
              <a:t>1. Modest </a:t>
            </a:r>
          </a:p>
          <a:p>
            <a:r>
              <a:rPr lang="en-IN" dirty="0"/>
              <a:t>2. Proud </a:t>
            </a:r>
          </a:p>
          <a:p>
            <a:r>
              <a:rPr lang="en-IN" dirty="0"/>
              <a:t>3. Gentle </a:t>
            </a:r>
          </a:p>
          <a:p>
            <a:r>
              <a:rPr lang="en-IN" dirty="0"/>
              <a:t>4. Polite</a:t>
            </a:r>
          </a:p>
          <a:p>
            <a:endParaRPr lang="en-IN" dirty="0"/>
          </a:p>
          <a:p>
            <a:r>
              <a:rPr lang="en-IN" dirty="0"/>
              <a:t>Answer: Option 2 </a:t>
            </a:r>
          </a:p>
          <a:p>
            <a:r>
              <a:rPr lang="en-IN" dirty="0"/>
              <a:t>Explanation: Humble is opposite to Proud.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4419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ADA6C-5582-4203-7CDA-CDB1A7708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E23DC-3343-3217-6CE5-EE17EA70B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Fill in the blank: He is very____ good playing cricket. </a:t>
            </a:r>
          </a:p>
          <a:p>
            <a:endParaRPr lang="en-IN" dirty="0"/>
          </a:p>
          <a:p>
            <a:r>
              <a:rPr lang="en-IN" dirty="0"/>
              <a:t>Answer: The correct phrase is good at something.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184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BC997-AFEF-28E4-6A55-DF501EE65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78CD1-4791-4EDA-BE37-F88B841D6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Choose the correct form of verb: She _____ to school every day. </a:t>
            </a:r>
          </a:p>
          <a:p>
            <a:r>
              <a:rPr lang="en-IN" dirty="0"/>
              <a:t>1. go </a:t>
            </a:r>
          </a:p>
          <a:p>
            <a:r>
              <a:rPr lang="en-IN" dirty="0"/>
              <a:t>2. goes </a:t>
            </a:r>
          </a:p>
          <a:p>
            <a:r>
              <a:rPr lang="en-IN" dirty="0"/>
              <a:t>3. going </a:t>
            </a:r>
          </a:p>
          <a:p>
            <a:r>
              <a:rPr lang="en-IN" dirty="0"/>
              <a:t>4. gone</a:t>
            </a:r>
          </a:p>
          <a:p>
            <a:endParaRPr lang="en-IN" dirty="0"/>
          </a:p>
          <a:p>
            <a:r>
              <a:rPr lang="en-IN" dirty="0"/>
              <a:t>Answer: Option 2 </a:t>
            </a:r>
          </a:p>
          <a:p>
            <a:r>
              <a:rPr lang="en-IN" dirty="0"/>
              <a:t>Explanation: Singular subject ‘she’ takes verb goes.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7563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ABD6D-726F-E49D-310C-0DC6CEB34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30AC5-4E1F-8403-253D-E22F60013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Find the error: She did not knew the correct answer. </a:t>
            </a:r>
          </a:p>
          <a:p>
            <a:r>
              <a:rPr lang="en-IN" dirty="0"/>
              <a:t>1. did not knew </a:t>
            </a:r>
          </a:p>
          <a:p>
            <a:r>
              <a:rPr lang="en-IN" dirty="0"/>
              <a:t>2. the correct </a:t>
            </a:r>
          </a:p>
          <a:p>
            <a:r>
              <a:rPr lang="en-IN" dirty="0"/>
              <a:t>3. She </a:t>
            </a:r>
          </a:p>
          <a:p>
            <a:r>
              <a:rPr lang="en-IN" dirty="0"/>
              <a:t>4. answer</a:t>
            </a:r>
          </a:p>
          <a:p>
            <a:endParaRPr lang="en-IN" dirty="0"/>
          </a:p>
          <a:p>
            <a:r>
              <a:rPr lang="en-IN" dirty="0"/>
              <a:t>Answer: Option 1 </a:t>
            </a:r>
          </a:p>
          <a:p>
            <a:r>
              <a:rPr lang="en-IN" dirty="0"/>
              <a:t>Explanation: After did, base form of verb should be used — know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5311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0A92C-DB32-C626-937A-6C4269E67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6D607-13AC-88CF-4A40-1E263C119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Choose the most suitable option: The book is very interesting, _____it? </a:t>
            </a:r>
          </a:p>
          <a:p>
            <a:r>
              <a:rPr lang="en-IN" dirty="0"/>
              <a:t>1. isn’t </a:t>
            </a:r>
          </a:p>
          <a:p>
            <a:r>
              <a:rPr lang="en-IN" dirty="0"/>
              <a:t>2. is </a:t>
            </a:r>
          </a:p>
          <a:p>
            <a:r>
              <a:rPr lang="en-IN" dirty="0"/>
              <a:t>3. doesn’t </a:t>
            </a:r>
          </a:p>
          <a:p>
            <a:r>
              <a:rPr lang="en-IN" dirty="0"/>
              <a:t>4. wasn’t</a:t>
            </a:r>
          </a:p>
          <a:p>
            <a:endParaRPr lang="en-IN" dirty="0"/>
          </a:p>
          <a:p>
            <a:r>
              <a:rPr lang="en-IN" dirty="0"/>
              <a:t>Answer: Option 1 </a:t>
            </a:r>
          </a:p>
          <a:p>
            <a:r>
              <a:rPr lang="en-IN" dirty="0"/>
              <a:t>Explanation: Tag question for a positive statement uses isn’t it?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475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84364-AB96-3D88-7EF1-788EB6A1C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90654-F353-4A5F-B317-98F4758AE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Choose the correct synonym for VANISH. </a:t>
            </a:r>
          </a:p>
          <a:p>
            <a:r>
              <a:rPr lang="en-IN" dirty="0"/>
              <a:t>1. Appear </a:t>
            </a:r>
          </a:p>
          <a:p>
            <a:r>
              <a:rPr lang="en-IN" dirty="0"/>
              <a:t>2. Disappear </a:t>
            </a:r>
          </a:p>
          <a:p>
            <a:r>
              <a:rPr lang="en-IN" dirty="0"/>
              <a:t>3. Arrive </a:t>
            </a:r>
          </a:p>
          <a:p>
            <a:r>
              <a:rPr lang="en-IN" dirty="0"/>
              <a:t>4. Show</a:t>
            </a:r>
          </a:p>
          <a:p>
            <a:endParaRPr lang="en-IN" dirty="0"/>
          </a:p>
          <a:p>
            <a:r>
              <a:rPr lang="en-IN" dirty="0"/>
              <a:t>Answer: Option 2 </a:t>
            </a:r>
          </a:p>
          <a:p>
            <a:r>
              <a:rPr lang="en-IN" dirty="0"/>
              <a:t>Explanation: Vanish means to disappear suddenly.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482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3302B-AB69-BBE1-3E9D-7AEF37972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FB3B5-543D-D4AC-A47A-4DB08E4CD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Choose the antonym for SCARCE. </a:t>
            </a:r>
          </a:p>
          <a:p>
            <a:r>
              <a:rPr lang="en-IN" dirty="0"/>
              <a:t>1. Rare </a:t>
            </a:r>
          </a:p>
          <a:p>
            <a:r>
              <a:rPr lang="en-IN" dirty="0"/>
              <a:t>2. Few </a:t>
            </a:r>
          </a:p>
          <a:p>
            <a:r>
              <a:rPr lang="en-IN" dirty="0"/>
              <a:t>3. Abundant </a:t>
            </a:r>
          </a:p>
          <a:p>
            <a:r>
              <a:rPr lang="en-IN" dirty="0"/>
              <a:t>4. Little</a:t>
            </a:r>
          </a:p>
          <a:p>
            <a:endParaRPr lang="en-IN" dirty="0"/>
          </a:p>
          <a:p>
            <a:r>
              <a:rPr lang="en-IN" dirty="0"/>
              <a:t>Answer: Option 3 </a:t>
            </a:r>
          </a:p>
          <a:p>
            <a:r>
              <a:rPr lang="en-IN" dirty="0"/>
              <a:t>Explanation: Scarce means limited; its antonym is abundant.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6810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4313A-1FA6-8946-2433-CD7EF6FD8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E700E-F1D1-A9CA-B895-1D08601EA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Identify the correct indirect speech: He said, “I am eating now.” </a:t>
            </a:r>
          </a:p>
          <a:p>
            <a:r>
              <a:rPr lang="en-IN" dirty="0"/>
              <a:t>1. He said he is eating now.</a:t>
            </a:r>
          </a:p>
          <a:p>
            <a:r>
              <a:rPr lang="en-IN" dirty="0"/>
              <a:t>2. He said that he was eating then. </a:t>
            </a:r>
          </a:p>
          <a:p>
            <a:r>
              <a:rPr lang="en-IN" dirty="0"/>
              <a:t>3. He said that he ate now. </a:t>
            </a:r>
          </a:p>
          <a:p>
            <a:r>
              <a:rPr lang="en-IN" dirty="0"/>
              <a:t>4. He said that he had been eating. </a:t>
            </a:r>
          </a:p>
          <a:p>
            <a:endParaRPr lang="en-IN" dirty="0"/>
          </a:p>
          <a:p>
            <a:r>
              <a:rPr lang="en-IN" dirty="0"/>
              <a:t>Answer: Option 2 </a:t>
            </a:r>
          </a:p>
          <a:p>
            <a:r>
              <a:rPr lang="en-IN" dirty="0"/>
              <a:t>Explanation: Present continuous changes to past continuous in indirect speech.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019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FE830-3C45-1D57-D539-6337BB30C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144B0-B904-FAB7-2D4E-605DD126A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Choose the correct preposition: He divided the money ____his sons.</a:t>
            </a:r>
          </a:p>
          <a:p>
            <a:r>
              <a:rPr lang="en-IN" dirty="0"/>
              <a:t>1. between </a:t>
            </a:r>
          </a:p>
          <a:p>
            <a:r>
              <a:rPr lang="en-IN" dirty="0"/>
              <a:t>2. among </a:t>
            </a:r>
          </a:p>
          <a:p>
            <a:r>
              <a:rPr lang="en-IN" dirty="0"/>
              <a:t>3. into </a:t>
            </a:r>
          </a:p>
          <a:p>
            <a:r>
              <a:rPr lang="en-IN" dirty="0"/>
              <a:t>4. from</a:t>
            </a:r>
          </a:p>
          <a:p>
            <a:endParaRPr lang="en-IN" dirty="0"/>
          </a:p>
          <a:p>
            <a:r>
              <a:rPr lang="en-IN" dirty="0"/>
              <a:t>Answer: Option 2 </a:t>
            </a:r>
          </a:p>
          <a:p>
            <a:r>
              <a:rPr lang="en-IN" dirty="0"/>
              <a:t>Explanation: For more than two people, we use among.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833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2EAC3-C532-B059-8C5D-411EC1301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EC9DC-313A-F215-71D8-5CC930A0D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Fill in the blank: It is high time you _____ home.</a:t>
            </a:r>
          </a:p>
          <a:p>
            <a:endParaRPr lang="en-IN" dirty="0"/>
          </a:p>
          <a:p>
            <a:r>
              <a:rPr lang="en-IN" dirty="0"/>
              <a:t>Answer: After “It’s high time”, past tense is used.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822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71343-5280-AA48-1180-9947A8A06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A32A3-AA94-9981-E463-D089ABBA7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Choose the correct synonym for BRAVE. </a:t>
            </a:r>
          </a:p>
          <a:p>
            <a:r>
              <a:rPr lang="en-IN" dirty="0"/>
              <a:t>1. Cowardly </a:t>
            </a:r>
          </a:p>
          <a:p>
            <a:r>
              <a:rPr lang="en-IN" dirty="0"/>
              <a:t>2. Bold </a:t>
            </a:r>
          </a:p>
          <a:p>
            <a:r>
              <a:rPr lang="en-IN" dirty="0"/>
              <a:t>3. Shy </a:t>
            </a:r>
          </a:p>
          <a:p>
            <a:r>
              <a:rPr lang="en-IN" dirty="0"/>
              <a:t>4. Weak</a:t>
            </a:r>
          </a:p>
          <a:p>
            <a:endParaRPr lang="en-IN" dirty="0"/>
          </a:p>
          <a:p>
            <a:r>
              <a:rPr lang="en-IN" dirty="0"/>
              <a:t>Answer: Option 2 </a:t>
            </a:r>
          </a:p>
          <a:p>
            <a:r>
              <a:rPr lang="en-IN" dirty="0"/>
              <a:t>Explanation: Brave and bold both mean courageous.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4393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FA684-2CA4-8073-5E67-6C1B09E76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524EC-79C2-496B-B90D-A3BD3F483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Choose the word opposite in meaning to COMPLEX. </a:t>
            </a:r>
          </a:p>
          <a:p>
            <a:r>
              <a:rPr lang="en-IN" dirty="0"/>
              <a:t>1. Simple </a:t>
            </a:r>
          </a:p>
          <a:p>
            <a:r>
              <a:rPr lang="en-IN" dirty="0"/>
              <a:t>2. Complicated </a:t>
            </a:r>
          </a:p>
          <a:p>
            <a:r>
              <a:rPr lang="en-IN" dirty="0"/>
              <a:t>3. Difficult </a:t>
            </a:r>
          </a:p>
          <a:p>
            <a:r>
              <a:rPr lang="en-IN" dirty="0"/>
              <a:t>4. Compound</a:t>
            </a:r>
          </a:p>
          <a:p>
            <a:endParaRPr lang="en-IN" dirty="0"/>
          </a:p>
          <a:p>
            <a:r>
              <a:rPr lang="en-IN" dirty="0"/>
              <a:t>Answer: Option 1 </a:t>
            </a:r>
          </a:p>
          <a:p>
            <a:r>
              <a:rPr lang="en-IN" dirty="0"/>
              <a:t>Explanation: Complex means not simple.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7830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2295E-8678-BCBE-D96E-F723A5EF5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56DB0-10A9-BDC2-5497-3D46D8A5D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Find the error: Each of the players have their own locker. </a:t>
            </a:r>
          </a:p>
          <a:p>
            <a:r>
              <a:rPr lang="en-IN" dirty="0"/>
              <a:t>1. Each of </a:t>
            </a:r>
          </a:p>
          <a:p>
            <a:r>
              <a:rPr lang="en-IN" dirty="0"/>
              <a:t>2. the players </a:t>
            </a:r>
          </a:p>
          <a:p>
            <a:r>
              <a:rPr lang="en-IN" dirty="0"/>
              <a:t>3. have their </a:t>
            </a:r>
          </a:p>
          <a:p>
            <a:r>
              <a:rPr lang="en-IN" dirty="0"/>
              <a:t>4. own locker</a:t>
            </a:r>
          </a:p>
          <a:p>
            <a:endParaRPr lang="en-IN" dirty="0"/>
          </a:p>
          <a:p>
            <a:r>
              <a:rPr lang="en-IN" dirty="0"/>
              <a:t>Answer: Option 3 </a:t>
            </a:r>
          </a:p>
          <a:p>
            <a:r>
              <a:rPr lang="en-IN" dirty="0"/>
              <a:t>Explanation: Each takes singular verb — should be has his own locker.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825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556AA-43BE-60A3-F86F-510A6FC9B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67959-CE58-A540-E5C2-6A120EB73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Fill in the blank: No sooner had I reached the station _____the train left. </a:t>
            </a:r>
          </a:p>
          <a:p>
            <a:endParaRPr lang="en-IN" dirty="0"/>
          </a:p>
          <a:p>
            <a:r>
              <a:rPr lang="en-IN" dirty="0"/>
              <a:t>Explanation: No sooner... than is the correct pair.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87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6D9D9-295C-3C99-7E4A-6681AC466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7F09D-BE6C-E488-C14F-869F98C2C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Choose the correct synonym for CONCEAL. </a:t>
            </a:r>
          </a:p>
          <a:p>
            <a:r>
              <a:rPr lang="en-IN" dirty="0"/>
              <a:t>1. Reveal </a:t>
            </a:r>
          </a:p>
          <a:p>
            <a:r>
              <a:rPr lang="en-IN" dirty="0"/>
              <a:t>2. Hide </a:t>
            </a:r>
          </a:p>
          <a:p>
            <a:r>
              <a:rPr lang="en-IN" dirty="0"/>
              <a:t>3. Display </a:t>
            </a:r>
          </a:p>
          <a:p>
            <a:r>
              <a:rPr lang="en-IN" dirty="0"/>
              <a:t>4. Show</a:t>
            </a:r>
          </a:p>
          <a:p>
            <a:endParaRPr lang="en-IN" dirty="0"/>
          </a:p>
          <a:p>
            <a:r>
              <a:rPr lang="en-IN" dirty="0"/>
              <a:t>Answer: Option 2 </a:t>
            </a:r>
          </a:p>
          <a:p>
            <a:r>
              <a:rPr lang="en-IN" dirty="0"/>
              <a:t>Explanation: Conceal means to hide something.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588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C9A9D-BC28-B494-534C-B1A6F3740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B6E47-0632-2F49-3914-AC884B0C9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Choose the antonym of GENEROSITY. </a:t>
            </a:r>
          </a:p>
          <a:p>
            <a:r>
              <a:rPr lang="en-IN" dirty="0"/>
              <a:t>1. Meanness </a:t>
            </a:r>
          </a:p>
          <a:p>
            <a:r>
              <a:rPr lang="en-IN" dirty="0"/>
              <a:t>2. Kindness </a:t>
            </a:r>
          </a:p>
          <a:p>
            <a:r>
              <a:rPr lang="en-IN" dirty="0"/>
              <a:t>3. Gratitude </a:t>
            </a:r>
          </a:p>
          <a:p>
            <a:r>
              <a:rPr lang="en-IN" dirty="0"/>
              <a:t>4. Mercy</a:t>
            </a:r>
          </a:p>
          <a:p>
            <a:endParaRPr lang="en-IN" dirty="0"/>
          </a:p>
          <a:p>
            <a:r>
              <a:rPr lang="en-IN" dirty="0"/>
              <a:t>Answer: Option 1 </a:t>
            </a:r>
          </a:p>
          <a:p>
            <a:r>
              <a:rPr lang="en-IN" dirty="0"/>
              <a:t>Explanation: Generosity opposite is meanness.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7755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5F8D-C752-84AF-31C1-BE8F31A69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D17DC-2C7B-295E-2D73-E32FD90B4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Identify the correct passive voice: They built a bridge last year. </a:t>
            </a:r>
          </a:p>
          <a:p>
            <a:r>
              <a:rPr lang="en-IN" dirty="0"/>
              <a:t>1. A bridge is built last year. </a:t>
            </a:r>
          </a:p>
          <a:p>
            <a:r>
              <a:rPr lang="en-IN" dirty="0"/>
              <a:t>2. A bridge was built last year. </a:t>
            </a:r>
          </a:p>
          <a:p>
            <a:r>
              <a:rPr lang="en-IN" dirty="0"/>
              <a:t>3. A bridge had built last year. </a:t>
            </a:r>
          </a:p>
          <a:p>
            <a:r>
              <a:rPr lang="en-IN" dirty="0"/>
              <a:t>4. A bridge will be built last year. </a:t>
            </a:r>
          </a:p>
          <a:p>
            <a:endParaRPr lang="en-IN" dirty="0"/>
          </a:p>
          <a:p>
            <a:r>
              <a:rPr lang="en-IN" dirty="0"/>
              <a:t>Answer: Option 2 </a:t>
            </a:r>
          </a:p>
          <a:p>
            <a:r>
              <a:rPr lang="en-IN" dirty="0"/>
              <a:t>Explanation: Active → Passive: was built for past tense.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4006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0EFA9-DAE6-295C-D299-845F7B4D7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F9C5F-2094-948B-22E1-198E193A3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Fill in the blank: He worked hard ______  he might succeed.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Explanation: So that expresses purpose.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4855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57BA4-6B64-7050-E665-88D00F07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BAA38-30AB-0DE9-0E8C-F362331FD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Choose the correct synonym for EAGER. </a:t>
            </a:r>
          </a:p>
          <a:p>
            <a:r>
              <a:rPr lang="en-IN" dirty="0"/>
              <a:t>1. Interested </a:t>
            </a:r>
          </a:p>
          <a:p>
            <a:r>
              <a:rPr lang="en-IN" dirty="0"/>
              <a:t>2. Reluctant </a:t>
            </a:r>
          </a:p>
          <a:p>
            <a:r>
              <a:rPr lang="en-IN" dirty="0"/>
              <a:t>3. Careless </a:t>
            </a:r>
          </a:p>
          <a:p>
            <a:r>
              <a:rPr lang="en-IN" dirty="0"/>
              <a:t>4. Dull</a:t>
            </a:r>
          </a:p>
          <a:p>
            <a:endParaRPr lang="en-IN" dirty="0"/>
          </a:p>
          <a:p>
            <a:r>
              <a:rPr lang="en-IN" dirty="0"/>
              <a:t>Answer: Option 1 </a:t>
            </a:r>
          </a:p>
          <a:p>
            <a:r>
              <a:rPr lang="en-IN" dirty="0"/>
              <a:t>Explanation: Eager means interested or enthusiastic.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3125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A2FE5-B7C7-339B-A652-A895E0A22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BE45F-B830-54FE-D951-F221A8EDB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Choose the correct form: By next year, I _____ my studies. </a:t>
            </a:r>
          </a:p>
          <a:p>
            <a:r>
              <a:rPr lang="en-IN" dirty="0"/>
              <a:t>1. completed </a:t>
            </a:r>
          </a:p>
          <a:p>
            <a:r>
              <a:rPr lang="en-IN" dirty="0"/>
              <a:t>2. will complete </a:t>
            </a:r>
          </a:p>
          <a:p>
            <a:r>
              <a:rPr lang="en-IN" dirty="0"/>
              <a:t>3. will have completed </a:t>
            </a:r>
          </a:p>
          <a:p>
            <a:r>
              <a:rPr lang="en-IN" dirty="0"/>
              <a:t>4. have completed</a:t>
            </a:r>
          </a:p>
          <a:p>
            <a:endParaRPr lang="en-IN" dirty="0"/>
          </a:p>
          <a:p>
            <a:r>
              <a:rPr lang="en-IN" dirty="0"/>
              <a:t>Answer: Option 3 </a:t>
            </a:r>
          </a:p>
          <a:p>
            <a:r>
              <a:rPr lang="en-IN" dirty="0"/>
              <a:t>Explanation: Future perfect shows completion before a specific future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3601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D8AE-BDA9-BF17-976C-2478C243D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862EB-E9AC-43E0-A003-3D530F5B4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Choose the antonym of SUCCESS. </a:t>
            </a:r>
          </a:p>
          <a:p>
            <a:r>
              <a:rPr lang="en-IN" dirty="0"/>
              <a:t>1. Victory </a:t>
            </a:r>
          </a:p>
          <a:p>
            <a:r>
              <a:rPr lang="en-IN" dirty="0"/>
              <a:t>2. Failure</a:t>
            </a:r>
          </a:p>
          <a:p>
            <a:r>
              <a:rPr lang="en-IN" dirty="0"/>
              <a:t>3. Achievement </a:t>
            </a:r>
          </a:p>
          <a:p>
            <a:r>
              <a:rPr lang="en-IN" dirty="0"/>
              <a:t>4. Reward</a:t>
            </a:r>
          </a:p>
          <a:p>
            <a:endParaRPr lang="en-IN" dirty="0"/>
          </a:p>
          <a:p>
            <a:r>
              <a:rPr lang="en-IN" dirty="0"/>
              <a:t>Answer: Option 2 </a:t>
            </a:r>
          </a:p>
          <a:p>
            <a:r>
              <a:rPr lang="en-IN" dirty="0"/>
              <a:t>Explanation: Failure is opposite of success.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920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2846-1C0A-8E41-0907-1E9A4B9A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412D-A87F-47AD-8FC3-19F5327B1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				</a:t>
            </a:r>
          </a:p>
          <a:p>
            <a:pPr marL="0" indent="0">
              <a:buNone/>
            </a:pPr>
            <a:r>
              <a:rPr lang="en-US" sz="5400" dirty="0"/>
              <a:t>				All the Best!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2705927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1217</Words>
  <Application>Microsoft Office PowerPoint</Application>
  <PresentationFormat>Widescreen</PresentationFormat>
  <Paragraphs>246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Public Sans</vt:lpstr>
      <vt:lpstr>Office Theme</vt:lpstr>
      <vt:lpstr>Verbal 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Jerlina I 102318</dc:creator>
  <cp:lastModifiedBy>Jerlina I 102318</cp:lastModifiedBy>
  <cp:revision>1</cp:revision>
  <dcterms:created xsi:type="dcterms:W3CDTF">2026-07-03T04:29:56Z</dcterms:created>
  <dcterms:modified xsi:type="dcterms:W3CDTF">2026-07-03T07:57:49Z</dcterms:modified>
</cp:coreProperties>
</file>